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eeaa2728d34322" /><Relationship Type="http://schemas.openxmlformats.org/officeDocument/2006/relationships/extended-properties" Target="/docProps/app.xml" Id="R1243294cf51844c2" /><Relationship Type="http://schemas.openxmlformats.org/officeDocument/2006/relationships/officeDocument" Target="/ppt/presentation.xml" Id="R82284636a2db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f0349e0e9c40c2"/>
  </p:sldMasterIdLst>
  <p:notesMasterIdLst>
    <p:notesMasterId xmlns:r="http://schemas.openxmlformats.org/officeDocument/2006/relationships" r:id="R974e08d1f4af4aa6"/>
  </p:notesMasterIdLst>
  <p:sldIdLst>
    <p:sldId xmlns:r="http://schemas.openxmlformats.org/officeDocument/2006/relationships" id="256" r:id="R88ed610867974fd2"/>
    <p:sldId xmlns:r="http://schemas.openxmlformats.org/officeDocument/2006/relationships" id="257" r:id="R414e37bfdf844331"/>
    <p:sldId xmlns:r="http://schemas.openxmlformats.org/officeDocument/2006/relationships" id="258" r:id="Rca5d6e00493d4d6e"/>
    <p:sldId xmlns:r="http://schemas.openxmlformats.org/officeDocument/2006/relationships" id="259" r:id="Rbd2bb77125394569"/>
    <p:sldId xmlns:r="http://schemas.openxmlformats.org/officeDocument/2006/relationships" id="260" r:id="R5822e92a971e4b01"/>
    <p:sldId xmlns:r="http://schemas.openxmlformats.org/officeDocument/2006/relationships" id="261" r:id="Rbf65384f836b4680"/>
    <p:sldId xmlns:r="http://schemas.openxmlformats.org/officeDocument/2006/relationships" id="262" r:id="R50d15b2d57e84f68"/>
    <p:sldId xmlns:r="http://schemas.openxmlformats.org/officeDocument/2006/relationships" id="263" r:id="R64714a8021c440ce"/>
    <p:sldId xmlns:r="http://schemas.openxmlformats.org/officeDocument/2006/relationships" id="264" r:id="R2a2d6fa1e8824e95"/>
    <p:sldId xmlns:r="http://schemas.openxmlformats.org/officeDocument/2006/relationships" id="265" r:id="Rf81b1de9f40e4a41"/>
    <p:sldId xmlns:r="http://schemas.openxmlformats.org/officeDocument/2006/relationships" id="266" r:id="Rfe0e2db86d3549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c7b15242e48c2" /><Relationship Type="http://schemas.openxmlformats.org/officeDocument/2006/relationships/slideMaster" Target="/ppt/slideMasters/slideMaster1.xml" Id="R08f0349e0e9c40c2" /><Relationship Type="http://schemas.openxmlformats.org/officeDocument/2006/relationships/notesMaster" Target="/ppt/notesMasters/notesMaster1.xml" Id="R974e08d1f4af4aa6" /><Relationship Type="http://schemas.openxmlformats.org/officeDocument/2006/relationships/presProps" Target="/ppt/presProps.xml" Id="Re1c3209e185041ea" /><Relationship Type="http://schemas.openxmlformats.org/officeDocument/2006/relationships/tableStyles" Target="/ppt/tableStyles.xml" Id="Rf6445941524546fd" /><Relationship Type="http://schemas.openxmlformats.org/officeDocument/2006/relationships/slide" Target="/ppt/slides/slide1.xml" Id="R88ed610867974fd2" /><Relationship Type="http://schemas.openxmlformats.org/officeDocument/2006/relationships/slide" Target="/ppt/slides/slide2.xml" Id="R414e37bfdf844331" /><Relationship Type="http://schemas.openxmlformats.org/officeDocument/2006/relationships/slide" Target="/ppt/slides/slide3.xml" Id="Rca5d6e00493d4d6e" /><Relationship Type="http://schemas.openxmlformats.org/officeDocument/2006/relationships/slide" Target="/ppt/slides/slide4.xml" Id="Rbd2bb77125394569" /><Relationship Type="http://schemas.openxmlformats.org/officeDocument/2006/relationships/slide" Target="/ppt/slides/slide5.xml" Id="R5822e92a971e4b01" /><Relationship Type="http://schemas.openxmlformats.org/officeDocument/2006/relationships/slide" Target="/ppt/slides/slide6.xml" Id="Rbf65384f836b4680" /><Relationship Type="http://schemas.openxmlformats.org/officeDocument/2006/relationships/slide" Target="/ppt/slides/slide7.xml" Id="R50d15b2d57e84f68" /><Relationship Type="http://schemas.openxmlformats.org/officeDocument/2006/relationships/slide" Target="/ppt/slides/slide8.xml" Id="R64714a8021c440ce" /><Relationship Type="http://schemas.openxmlformats.org/officeDocument/2006/relationships/slide" Target="/ppt/slides/slide9.xml" Id="R2a2d6fa1e8824e95" /><Relationship Type="http://schemas.openxmlformats.org/officeDocument/2006/relationships/slide" Target="/ppt/slides/slide10.xml" Id="Rf81b1de9f40e4a41" /><Relationship Type="http://schemas.openxmlformats.org/officeDocument/2006/relationships/slide" Target="/ppt/slides/slide11.xml" Id="Rfe0e2db86d35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506ebde9eb43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f8cec3b4044d7b" /><Relationship Type="http://schemas.openxmlformats.org/officeDocument/2006/relationships/notesMaster" Target="/ppt/notesMasters/notesMaster1.xml" Id="Rbb4cf45cbdcc43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bc8a285f53446e" /><Relationship Type="http://schemas.openxmlformats.org/officeDocument/2006/relationships/notesMaster" Target="/ppt/notesMasters/notesMaster1.xml" Id="R7718995ee4f2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08441fb7d543e9" /><Relationship Type="http://schemas.openxmlformats.org/officeDocument/2006/relationships/notesMaster" Target="/ppt/notesMasters/notesMaster1.xml" Id="R5f7bd131734244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743579ae54359" /><Relationship Type="http://schemas.openxmlformats.org/officeDocument/2006/relationships/notesMaster" Target="/ppt/notesMasters/notesMaster1.xml" Id="Rb37b7edf1929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c2ea9148274416" /><Relationship Type="http://schemas.openxmlformats.org/officeDocument/2006/relationships/notesMaster" Target="/ppt/notesMasters/notesMaster1.xml" Id="R7dad1786e32941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41605091e7441a" /><Relationship Type="http://schemas.openxmlformats.org/officeDocument/2006/relationships/notesMaster" Target="/ppt/notesMasters/notesMaster1.xml" Id="R9cd4bdee09f54f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88c0493a334b87" /><Relationship Type="http://schemas.openxmlformats.org/officeDocument/2006/relationships/notesMaster" Target="/ppt/notesMasters/notesMaster1.xml" Id="Rbafdebe3b45b41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128c119663461f" /><Relationship Type="http://schemas.openxmlformats.org/officeDocument/2006/relationships/notesMaster" Target="/ppt/notesMasters/notesMaster1.xml" Id="Rc0b567c8fea646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1997151e664c20" /><Relationship Type="http://schemas.openxmlformats.org/officeDocument/2006/relationships/notesMaster" Target="/ppt/notesMasters/notesMaster1.xml" Id="Re6a01578e16d43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4eede2620f4707" /><Relationship Type="http://schemas.openxmlformats.org/officeDocument/2006/relationships/notesMaster" Target="/ppt/notesMasters/notesMaster1.xml" Id="R6d151b05b18f4f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43fd8bdecb4080" /><Relationship Type="http://schemas.openxmlformats.org/officeDocument/2006/relationships/notesMaster" Target="/ppt/notesMasters/notesMaster1.xml" Id="R2b5aae32c2c344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7a3582ff64d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4339a72f36496d" /><Relationship Type="http://schemas.openxmlformats.org/officeDocument/2006/relationships/slideLayout" Target="/ppt/slideLayouts/slideLayout1.xml" Id="R825c272c39a144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5c272c39a144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85be28bd548ac" /><Relationship Type="http://schemas.openxmlformats.org/officeDocument/2006/relationships/image" Target="/ppt/media/image.png" Id="R5307969c643d4ecb" /><Relationship Type="http://schemas.openxmlformats.org/officeDocument/2006/relationships/notesSlide" Target="/ppt/notesSlides/notesSlide1.xml" Id="R357bdf62fcde4f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343dbd2f24a9e" /><Relationship Type="http://schemas.openxmlformats.org/officeDocument/2006/relationships/notesSlide" Target="/ppt/notesSlides/notesSlide2.xml" Id="Ra6f0a98a0952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376eb62454047" /><Relationship Type="http://schemas.openxmlformats.org/officeDocument/2006/relationships/notesSlide" Target="/ppt/notesSlides/notesSlide3.xml" Id="R73541033dc624d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cf6e577c24a21" /><Relationship Type="http://schemas.openxmlformats.org/officeDocument/2006/relationships/notesSlide" Target="/ppt/notesSlides/notesSlide4.xml" Id="R334916770c4a41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ee2b9ae5a4179" /><Relationship Type="http://schemas.openxmlformats.org/officeDocument/2006/relationships/image" Target="/ppt/media/image2.png" Id="R6113991701b44c96" /><Relationship Type="http://schemas.openxmlformats.org/officeDocument/2006/relationships/notesSlide" Target="/ppt/notesSlides/notesSlide5.xml" Id="R06b38315b2bc47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db9a518aa4333" /><Relationship Type="http://schemas.openxmlformats.org/officeDocument/2006/relationships/notesSlide" Target="/ppt/notesSlides/notesSlide6.xml" Id="Rcf5f0c677bb342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8fccf31e14297" /><Relationship Type="http://schemas.openxmlformats.org/officeDocument/2006/relationships/image" Target="/ppt/media/image3.png" Id="Re2274ec666c34e2d" /><Relationship Type="http://schemas.openxmlformats.org/officeDocument/2006/relationships/notesSlide" Target="/ppt/notesSlides/notesSlide7.xml" Id="R760d82452b4541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7e898b0ab403c" /><Relationship Type="http://schemas.openxmlformats.org/officeDocument/2006/relationships/image" Target="/ppt/media/image4.png" Id="Rde124da10bf244f0" /><Relationship Type="http://schemas.openxmlformats.org/officeDocument/2006/relationships/notesSlide" Target="/ppt/notesSlides/notesSlide8.xml" Id="R524f4e6fc2b543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da738213644e8" /><Relationship Type="http://schemas.openxmlformats.org/officeDocument/2006/relationships/notesSlide" Target="/ppt/notesSlides/notesSlide9.xml" Id="R02fd23a4219144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1163b4d4c45a0" /><Relationship Type="http://schemas.openxmlformats.org/officeDocument/2006/relationships/notesSlide" Target="/ppt/notesSlides/notesSlide10.xml" Id="R0abb4659f6a146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6add24f5d4a74" /><Relationship Type="http://schemas.openxmlformats.org/officeDocument/2006/relationships/image" Target="/ppt/media/image5.png" Id="Rb892d9dde850463b" /><Relationship Type="http://schemas.openxmlformats.org/officeDocument/2006/relationships/notesSlide" Target="/ppt/notesSlides/notesSlide11.xml" Id="R7575debed1e444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7969c643d4e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F6A7D-DCF0-4F51-92B8-B3D93FE7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6F80C-C323-4196-8D25-0E371A38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D7185-87E4-4DFB-99DA-919AF1C4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A7C15-6F19-4589-8503-B387FDA7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C690A-2C52-4C77-BB67-22369A3C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810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52F4C-3477-46FE-9EB4-542B3AD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843AC-A1FA-4645-BAA3-5D945A2F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66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6F8F2"/>
                </a:solidFill>
              </a:defRPr>
            </a:pPr>
            <a:r>
              <a:rPr sz="4125" b="1">
                <a:solidFill>
                  <a:srgbClr val="F6F8F2"/>
                </a:solidFill>
              </a:rPr>
              <a:t>La historia de tu moto,</a:t>
            </a:r>
          </a:p>
          <a:p xmlns:a="http://schemas.openxmlformats.org/drawingml/2006/main">
            <a:pPr algn="l">
              <a:defRPr sz="4125" b="1">
                <a:solidFill>
                  <a:srgbClr val="F6F8F2"/>
                </a:solidFill>
              </a:defRPr>
            </a:pPr>
            <a:r>
              <a:rPr sz="4125" b="1">
                <a:solidFill>
                  <a:srgbClr val="F6F8F2"/>
                </a:solidFill>
              </a:rPr>
              <a:t>siempre contigo.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A3604-02C6-4317-929C-DEC2E17C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6F8F2"/>
                </a:solidFill>
              </a:defRPr>
            </a:pPr>
            <a:r>
              <a:rPr sz="1725" b="0">
                <a:solidFill>
                  <a:srgbClr val="F6F8F2"/>
                </a:solidFill>
              </a:rPr>
              <a:t>MotoCare Co organiza el cuidado, los documentos y las decisiones que acompañan cada kilómetro.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4415E-C797-4607-B1A4-BDED6F53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PRESENTACIÓN GENERAL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FE48E-A06C-493E-A2D6-99845C01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6F8F2"/>
                </a:solidFill>
              </a:defRPr>
            </a:pPr>
            <a:r>
              <a:rPr sz="825" b="1">
                <a:solidFill>
                  <a:srgbClr val="F6F8F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4439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02865-A886-47E9-BAFB-03C4943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B2714-2C78-463A-AEDB-F14F4883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2CE7C-C289-405A-8008-1DAC533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2F8E1-3C9F-48ED-AB42-FB2869E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179D8-6F1F-4E53-867C-31D7BBD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 información existe. El problema es encontrarla.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0B0D5-1C2C-4B41-BD42-C5A0DE6E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La vida de una moto suele quedar repartida entre papeles, chats, facturas y memoria.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9D02A-E1C7-4022-935C-253A0D6C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0D290-7327-49E1-AE68-49BD85F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219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5120B-AF78-463C-98B6-031FB966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MANTENIMIENTO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6919B-73E6-49B1-BA4F-98B6ECA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2"/>
                </a:solidFill>
              </a:defRPr>
            </a:pPr>
            <a:r>
              <a:rPr sz="1575" b="1">
                <a:solidFill>
                  <a:srgbClr val="F6F8F2"/>
                </a:solidFill>
              </a:rPr>
              <a:t>Servicios sin historial consolidado.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8EC08-DCD6-4959-BE4F-0BC0224C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5219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A4A4B-4744-47A1-9E33-55FA2062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DOCUMENTOS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CC852-1DE6-40EB-AC74-40CE3264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2"/>
                </a:solidFill>
              </a:defRPr>
            </a:pPr>
            <a:r>
              <a:rPr sz="1575" b="1">
                <a:solidFill>
                  <a:srgbClr val="F6F8F2"/>
                </a:solidFill>
              </a:rPr>
              <a:t>Fechas críticas que dependen de recordatorios manuales.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22066-0FA4-4A71-8A42-B68BA04B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219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1F87A-B7A7-4FF3-A8AC-C5E6E08F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GASTOS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A35BD-EB2E-4C38-92A4-4195A36D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2"/>
                </a:solidFill>
              </a:defRPr>
            </a:pPr>
            <a:r>
              <a:rPr sz="1575" b="1">
                <a:solidFill>
                  <a:srgbClr val="F6F8F2"/>
                </a:solidFill>
              </a:rPr>
              <a:t>Costos dispersos que dificultan planear.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9B616-B236-473B-AF27-A39EFC11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219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9A07A-817F-44A1-A0ED-737B6A0C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RUTAS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15108-8B88-41BB-A304-A830DFA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2"/>
                </a:solidFill>
              </a:defRPr>
            </a:pPr>
            <a:r>
              <a:rPr sz="1575" b="1">
                <a:solidFill>
                  <a:srgbClr val="F6F8F2"/>
                </a:solidFill>
              </a:rPr>
              <a:t>Recorridos y planes guardados en herramientas separadas.</a:t>
            </a:r>
          </a:p>
        </p:txBody>
      </p:sp>
    </p:spTree>
    <p:extLst>
      <p:ext uri="{BB962C8B-B14F-4D97-AF65-F5344CB8AC3E}">
        <p14:creationId xmlns:p14="http://schemas.microsoft.com/office/powerpoint/2010/main" val="1569086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CC4EA-FA8C-4444-A203-1E2613D5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84DCA-9953-472D-95CB-660CDFF3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EA3D2-34E7-4BCD-89C9-28D6F45D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81B65-517F-4FDC-B5DE-0C116427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51F04-2B13-4221-8E5C-0BB0E9C6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MotoCare crea una historia digital alrededor de cada moto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F32FA-9CCD-4DAB-BEB6-9F681879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Un punto de referencia para consultar, anticipar y tomar mejores decisiones.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83475-4CEE-4753-A064-15D2549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86D1E-855D-4A56-AB40-DB91AC5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CE39"/>
                </a:solidFill>
              </a:defRPr>
            </a:pPr>
            <a:r>
              <a:rPr sz="1275" b="1">
                <a:solidFill>
                  <a:srgbClr val="A6CE39"/>
                </a:solidFill>
              </a:rPr>
              <a:t>UNA MOTO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E4E30-3F4D-48C3-A37D-5E166BB3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8F2"/>
                </a:solidFill>
              </a:defRPr>
            </a:pPr>
            <a:r>
              <a:rPr sz="2250" b="1">
                <a:solidFill>
                  <a:srgbClr val="F6F8F2"/>
                </a:solidFill>
              </a:rPr>
              <a:t>Un perfil digital que reúne lo que cambia con el tiempo.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4E26E-A41F-4348-A84B-A62E61B0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6EEAD-41E1-43AC-AD05-6040C29A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IDENTIDAD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AC966-3A9E-49E6-A750-DEDF827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Datos esenciales y kilometraje.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27257-4736-4C23-A88F-B4EB6A1C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5286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13414-F238-44AD-BE93-ADC5D5C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75855-5526-4561-A9AD-24AA750D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CUIDADO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4EBF4-8B36-48B2-84AE-6118BB4E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575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Mantenimientos, costos e historial.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41255-F524-4A79-B0EF-ED965F26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5286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DBEEB-41AF-41F0-9D08-69B8B6BA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33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434BD-3A33-40D9-97D4-48095F9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3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VIGENCIA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F2414-D369-44CF-9211-F00BF58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338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Documentos, fechas y alertas.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96FA8-F442-4C70-8C35-7515F6F6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5286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02F29-5B3E-45A9-98ED-9159620E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10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799C7-08A5-4CE9-8799-67F7E3CF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MOVIMIENTO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15F0E-2F61-4A26-9BAE-F27E6FFE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101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Rutas y experiencias.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FE4D4-3031-4E90-ADFB-6E4CA697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67350"/>
            <a:ext cx="5286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</p:spTree>
    <p:extLst>
      <p:ext uri="{BB962C8B-B14F-4D97-AF65-F5344CB8AC3E}">
        <p14:creationId xmlns:p14="http://schemas.microsoft.com/office/powerpoint/2010/main" val="1307100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942D5-A881-49F0-A78B-2C714931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D260F-3D20-4D2E-83D6-B7BB2F49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68EF3-2C01-4AFD-94FA-E7BD38D7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406C1-C985-4F97-A53D-74D2DED2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06639-DAB5-4068-9CE6-6867C534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Empezar toma tres pasos; el valor crece con cada registro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25EAD-9096-4C77-9F19-33634E11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MotoCare transforma datos cotidianos en continuidad y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87B4A-4352-4450-8BF4-2390FB44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23452-6660-4496-842F-7C0A9BA8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2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A2483-A198-4E53-AF04-565A93FA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CE39"/>
                </a:solidFill>
              </a:defRPr>
            </a:pPr>
            <a:r>
              <a:rPr sz="1575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A9709-66A3-4812-A8E1-18FA57F7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8F2"/>
                </a:solidFill>
              </a:defRPr>
            </a:pPr>
            <a:r>
              <a:rPr sz="1950" b="1">
                <a:solidFill>
                  <a:srgbClr val="F6F8F2"/>
                </a:solidFill>
              </a:rPr>
              <a:t>REGISTRA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F3794-CD87-44F7-B39F-0BE842FD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Crea el perfil digital de la moto con sus datos esenciales.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7AC2B-E866-46C3-927D-248A1A78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42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0272D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C7D9B-392B-4DD9-9E87-31F34582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CE39"/>
                </a:solidFill>
              </a:defRPr>
            </a:pPr>
            <a:r>
              <a:rPr sz="1575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49852-3D84-4B3B-8297-3C793429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43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8F2"/>
                </a:solidFill>
              </a:defRPr>
            </a:pPr>
            <a:r>
              <a:rPr sz="1950" b="1">
                <a:solidFill>
                  <a:srgbClr val="F6F8F2"/>
                </a:solidFill>
              </a:rPr>
              <a:t>CONSTRUYE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9CD50-3A11-4E1E-B5CB-4D916CC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957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Agrega servicios, documentos, fechas, kilometraje y costos.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C86B8-236A-42E6-968C-053B96E6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42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2EF31-6EB1-45E3-8E75-61E9EBD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CE39"/>
                </a:solidFill>
              </a:defRPr>
            </a:pPr>
            <a:r>
              <a:rPr sz="1575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51119-1251-4477-A346-3DF95B0F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8F2"/>
                </a:solidFill>
              </a:defRPr>
            </a:pPr>
            <a:r>
              <a:rPr sz="1950" b="1">
                <a:solidFill>
                  <a:srgbClr val="F6F8F2"/>
                </a:solidFill>
              </a:rPr>
              <a:t>ANTICIPA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AED3D-D9E9-4A04-B3F5-56697965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Consulta el historial y actúa antes del próximo vencimiento.</a:t>
            </a:r>
          </a:p>
        </p:txBody>
      </p:sp>
    </p:spTree>
    <p:extLst>
      <p:ext uri="{BB962C8B-B14F-4D97-AF65-F5344CB8AC3E}">
        <p14:creationId xmlns:p14="http://schemas.microsoft.com/office/powerpoint/2010/main" val="1587601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14DE5-4797-4C76-92D9-8269D580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59A83-6969-41CF-975F-3A4B8452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4A8FF-B8A2-418E-AE54-00B20630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16362-72E3-42C0-80AC-5396355E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5747F-B744-4113-972A-D6B7104B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El mantenimiento deja de ser un recuerdo aislado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4AA1B-FB90-4525-8663-9F523F36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Cada servicio alimenta una hoja de vida consultable y útil.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6A41F-F264-4757-A1A6-50A9C36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05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3991701b44c96"/>
          <a:srcRect xmlns:a="http://schemas.openxmlformats.org/drawingml/2006/main" l="0" t="1598" r="0" b="1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66950"/>
            <a:ext cx="4171950" cy="40386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AC336-4D0E-4CF6-81B8-01ABC38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D8178-C156-4B9A-9BB5-EF39FB92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384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Registra cada intervención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19039-F934-48F4-AAF6-EB6D9E9B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194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Tipo de servicio, fecha, kilometraje, costo y observaciones.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44BA3-2884-4E4F-94CB-51179531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623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D7A01-EA3C-42D0-9041-F3878992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Conserva la secuencia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D0E81-F34E-427C-9815-4C3DAE27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243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Consulta qué se hizo, cuándo se hizo y qué viene después.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A3F05-DEE8-4969-9880-A066FFEE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67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EF627-FA47-4931-B167-9FECDEA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482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Planea con contexto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245FC-75F9-43D5-82A3-4A5D2C3F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292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Los registros permiten entender el gasto y preparar el próximo servicio.</a:t>
            </a:r>
          </a:p>
        </p:txBody>
      </p:sp>
    </p:spTree>
    <p:extLst>
      <p:ext uri="{BB962C8B-B14F-4D97-AF65-F5344CB8AC3E}">
        <p14:creationId xmlns:p14="http://schemas.microsoft.com/office/powerpoint/2010/main" val="599562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497A2-E190-4462-8A49-4DEF39E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0B3C7-E178-409B-A746-8EC44644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27506-320D-4723-A0FE-1D7BFBF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8192D-7118-44AA-B928-58C6213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C655A-87DC-4CFE-8372-02911B96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Las fechas importantes necesitan anticipación, no memoria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4D0A3-492B-4A14-BE23-2BD508DE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MotoCare reúne documentos y objetivos por fecha o kilometraje.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852F7-AAB3-415C-8FD3-7F780FC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0902C-808F-4F1F-9F41-6EEE585F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DOCUMENTOS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6FA8C-C3D6-4372-B337-165590D8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8F2"/>
                </a:solidFill>
              </a:defRPr>
            </a:pPr>
            <a:r>
              <a:rPr sz="1950" b="1">
                <a:solidFill>
                  <a:srgbClr val="F6F8F2"/>
                </a:solidFill>
              </a:rPr>
              <a:t>SOAT · TECNOMECÁNICA · SOPORTES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6E619-1BA6-4469-B93E-B0DD887B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Información asociada a la cuenta y disponible cuando se necesita.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EFA93-05C9-4F01-B2BD-C18632DE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49530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21CDB-3883-438C-B767-08F93795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PRÓXIMOS HITOS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DB961-CB1E-466D-BF13-AEC5BDE0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18 DÍAS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7C812-1CE4-4C3F-9F14-613AE463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Vencimiento de documento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0B5B6-CC0B-42BB-BE51-3C98CF7B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420 KM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9EFBC-482D-496C-9B7E-4F5B97F4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Próximo cambio de aceite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DCBED-71F7-4168-85A9-399B6BF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FECHA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8A7D5-66FD-4E75-8218-30954CBF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Mantenimiento programado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E7FD7-5017-4C39-A112-546D5F0C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4667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6CE39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60F7C-17BF-4090-A051-A35BB980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D12"/>
                </a:solidFill>
              </a:defRPr>
            </a:pPr>
            <a:r>
              <a:rPr sz="1350" b="1">
                <a:solidFill>
                  <a:srgbClr val="090D12"/>
                </a:solidFill>
              </a:rPr>
              <a:t>MENOS OLVIDOS. MÁS CONTINUIDAD.</a:t>
            </a:r>
          </a:p>
        </p:txBody>
      </p:sp>
    </p:spTree>
    <p:extLst>
      <p:ext uri="{BB962C8B-B14F-4D97-AF65-F5344CB8AC3E}">
        <p14:creationId xmlns:p14="http://schemas.microsoft.com/office/powerpoint/2010/main" val="480597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2D172-394A-4C8F-9B98-DBB1B6D3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5668-C0F3-4D85-8AF4-C056302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9510E-6887-493B-B6AD-28D3750E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2C2D4-BAE3-4165-82F1-4C2D9B7B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6A65C-CF21-4E60-A92E-786F38EF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 planificación de rutas también forma parte del ecosistema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7C6C5-33F0-4845-831A-CF664068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Recorridos privados, archivos GPX y descubrimiento para volver a rodar.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74F9F-514D-455A-B51B-5B196912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07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74ec666c34e2d"/>
          <a:srcRect xmlns:a="http://schemas.openxmlformats.org/drawingml/2006/main" l="0" t="913" r="0" b="9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2209800"/>
            <a:ext cx="41719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6BF03-3900-439C-88F4-C33D3EE2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E5351-08C4-436F-9BB8-0565443C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Importa y visualiza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AACC2-58E0-47DB-8BD3-A3FB8508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Carga recorridos GPX y revísalos sobre el mapa.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D09FC-B670-40A3-9ADC-BFF7642E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D6AB3-B2CA-4062-A12A-52785C44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Organiza tus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84D27-4B24-4D7F-B9B9-8FAB2CA4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Guarda rutas privadas vinculadas a tu cuenta.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16FB7-F001-4423-96F0-4DC5F849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C37B4-DB77-4006-B1ED-269BA3F2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Comparte y descubre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5AEB1-C12C-439E-A31C-6E7EC6F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Las licencias habilitadas amplían la experiencia hacia la comunidad.</a:t>
            </a:r>
          </a:p>
        </p:txBody>
      </p:sp>
    </p:spTree>
    <p:extLst>
      <p:ext uri="{BB962C8B-B14F-4D97-AF65-F5344CB8AC3E}">
        <p14:creationId xmlns:p14="http://schemas.microsoft.com/office/powerpoint/2010/main" val="745715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89EB0-43B6-448D-B99F-B7A43A5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3A8C0-84E7-487C-8E92-F32C6816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48176-A3DE-467D-B4EE-7C7CCAC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9608A-627C-444A-A2FC-AE0376D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6C191-2108-4418-8753-E540D334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El marketplace conecta necesidades reales de la comunidad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DC89-0A38-49BF-8CB0-F7011E61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Un espacio para motos, repuestos, equipamiento, servicios y rutas.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D816E-B630-42AD-BE10-5FBC3ABC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24da10bf244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09800"/>
            <a:ext cx="40957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1C026-D284-4D5C-B613-93CE6F0C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COMPRAR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9C37A-7FB2-4D63-8D3B-C691830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Explorar publicaciones y contactar vendedores está abierto a la comunidad.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25E43-5A96-4F5F-8314-8D192388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6237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AF611-B073-41FC-9B40-18D1B9D1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1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PUBLICAR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9E31A-A636-4077-AF30-D354FBB0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958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La publicación se vincula al tipo de cuenta y pasa por controles de revisión.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4A816-8D02-407B-8B7F-20863851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626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MotoCare actúa como punto de encuentro; la confianza exige reglas claras.</a:t>
            </a:r>
          </a:p>
        </p:txBody>
      </p:sp>
    </p:spTree>
    <p:extLst>
      <p:ext uri="{BB962C8B-B14F-4D97-AF65-F5344CB8AC3E}">
        <p14:creationId xmlns:p14="http://schemas.microsoft.com/office/powerpoint/2010/main" val="1672177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76C43-4E41-49A1-932F-D02104B8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EE652-F24B-4A85-8CA5-CE18DB69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B35D7-5D42-4BD8-97CC-1266031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BE9F7-E657-441A-A7CE-9F700FC2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00D8E-59DC-499A-9BC6-DDED4651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 utilidad individual se amplía cuando aparece la comunidad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FED95-5029-4950-8414-CA2FCB3E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La moto es el centro; las conexiones crecen alrededor de ella.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2AB50-69B1-40BF-A18B-6D7D723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AE435-49B1-4CA8-9567-9EB4B331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53027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0E720-7C94-4795-AB63-D7E01A24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1043F-A471-4F38-8223-D809FDC1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MI MOTO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7034A-3613-4C33-97EA-07B873A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Hoja de vida, documentos, mantenimientos y recordatorios.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AF708-C33E-432B-AAC3-C6BCC679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E603C-97E6-4E6B-92BE-3B049873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7EDE6-2346-45CB-9482-4C86704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RUTAS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46FF1-65D0-42C4-BC82-6F832823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Planeación, recorridos guardados y experiencias.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D67AA-A56B-497E-A118-D63657AF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9F50E-68DD-41C4-AF98-C244F06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96EF1-898C-414F-AC46-E1D6D541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COMUNIDAD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07064-5B79-4321-A702-A218027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Publicaciones, aprendizajes y actividad compartida.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0D709-7D85-4C70-BAD3-79D25A00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C719E-3F39-42BD-8D8A-D46BBC91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A284B-38F4-4CF8-B746-47E7B46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CLUBES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29C95-7D01-4FC5-AB0A-FDD0E3D9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Miembros, invitaciones y organización de rodadas.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FA5EF-C67A-47C9-A315-C2B26CA9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2E0E6-3954-4626-BCD0-809816EE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A34FA-F8A2-4108-B030-EF1DC8CB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TIENDA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79E0C-E269-47D0-A8A3-FE05BA48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Bienes, servicios y rutas dentro del ecosistema.</a:t>
            </a:r>
          </a:p>
        </p:txBody>
      </p:sp>
    </p:spTree>
    <p:extLst>
      <p:ext uri="{BB962C8B-B14F-4D97-AF65-F5344CB8AC3E}">
        <p14:creationId xmlns:p14="http://schemas.microsoft.com/office/powerpoint/2010/main" val="510893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6255B-32B8-4458-A183-E020C4AE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52761-CEA3-4998-8582-BD7A33E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0C386-F658-41B1-AE84-785611A5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B6553-9EB4-4CD5-A453-0CF1C3F8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67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F3189-9F3B-4025-8C82-FB8C3C05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 confianza se diseña desde la cuenta hasta la comunidad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7F78F-8891-42BD-9426-84CA9471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Protección, trazabilidad y moderación forman parte de la experiencia.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999D4-7615-46EA-B8BA-E2D0EEA9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6DD71-A964-4B23-BB8C-4EAE6E4F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2019F-273F-427F-AD08-3594B7ED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ACCESO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AE07C-5BAD-45D2-9D0D-E91D1BEC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La información permanece asociada a la cuenta y protegida mediante autenticación.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A51AC-34CB-4364-94B5-E140BA21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53912-DE1E-4FFC-9347-84069AA6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BD682-FBF4-4353-8BFB-ACB8E557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33C2E-2BF4-4717-A96B-C6D3AE81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Cada usuario conserva contexto sobre sus motos, registros y publicaciones.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5562A-2E12-4F16-9D6A-1A2588E1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19226-FC39-4D77-96E2-FEC415C8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48F4A-C1D6-436D-BAB2-A50FF654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MODERACIÓN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7B8F8-8BBC-49C1-A7C3-918806C6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Reportes y revisión ayudan a cuidar la convivencia y el marketplace.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6FDC2-4F9B-4555-BC7F-7F76324F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604E2-4358-4199-B2D8-98B1AAC1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E572D-B140-4D0C-8FE0-7F2599E4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COMUNICACIÓN RESPONSABLE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1F109-E547-4E3F-9DC1-B9192F43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292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Las piezas públicas deben usar recursos propios, licenciados o con autorización verificable.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AB505-C5E1-4032-979F-1477181D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1975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</p:spTree>
    <p:extLst>
      <p:ext uri="{BB962C8B-B14F-4D97-AF65-F5344CB8AC3E}">
        <p14:creationId xmlns:p14="http://schemas.microsoft.com/office/powerpoint/2010/main" val="10884775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2d9dde850463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C9A6E-3BAF-4875-A284-7AD82AE7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E8DBE-39AC-4DA4-88E2-E017A0DC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DA5F6-B465-48D4-B3CD-CFBBD346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8F2"/>
                </a:solidFill>
              </a:defRPr>
            </a:pPr>
            <a:r>
              <a:rPr sz="1875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7B3EB-9730-4518-8CA6-F8718491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4907B-4452-44B8-B1CA-5E148F30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810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CE39"/>
                </a:solidFill>
              </a:defRPr>
            </a:pPr>
            <a:r>
              <a:rPr sz="75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E382C-3004-4A4B-9D54-A7216079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F8A3C-A97C-4F4F-8083-7D7649F6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6F8F2"/>
                </a:solidFill>
              </a:defRPr>
            </a:pPr>
            <a:r>
              <a:rPr sz="3825" b="1">
                <a:solidFill>
                  <a:srgbClr val="F6F8F2"/>
                </a:solidFill>
              </a:rPr>
              <a:t>Cuidar mejor empieza</a:t>
            </a:r>
          </a:p>
          <a:p xmlns:a="http://schemas.openxmlformats.org/drawingml/2006/main">
            <a:pPr algn="l">
              <a:defRPr sz="3825" b="1">
                <a:solidFill>
                  <a:srgbClr val="F6F8F2"/>
                </a:solidFill>
              </a:defRPr>
            </a:pPr>
            <a:r>
              <a:rPr sz="3825" b="1">
                <a:solidFill>
                  <a:srgbClr val="F6F8F2"/>
                </a:solidFill>
              </a:rPr>
              <a:t>por tener la historia completa.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83262-3757-4895-A264-3DC12518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8F2"/>
                </a:solidFill>
              </a:defRPr>
            </a:pPr>
            <a:r>
              <a:rPr sz="1650" b="0">
                <a:solidFill>
                  <a:srgbClr val="F6F8F2"/>
                </a:solidFill>
              </a:rPr>
              <a:t>Crea el perfil digital de tu moto y convierte cada registro en tranquilidad para el próximo kilómetro.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AE785-2AE8-4C25-8D0C-5CD85D1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6CE39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D6417-69F9-4B04-9BAC-4D5B9D6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D12"/>
                </a:solidFill>
              </a:defRPr>
            </a:pPr>
            <a:r>
              <a:rPr sz="1275" b="1">
                <a:solidFill>
                  <a:srgbClr val="090D12"/>
                </a:solidFill>
              </a:rPr>
              <a:t>CREAR MI CUENTA GRATIS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E23FE-56AB-4441-A5AB-EEB5DA2F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6F8F2"/>
                </a:solidFill>
              </a:defRPr>
            </a:pPr>
            <a:r>
              <a:rPr sz="825" b="1">
                <a:solidFill>
                  <a:srgbClr val="F6F8F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6477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2026-07-31T16:32:55.3810000Z</dcterms:created>
  <dcterms:modified xsi:type="dcterms:W3CDTF">2026-07-31T16:32:55.3820000Z</dcterms:modified>
</coreProperties>
</file>