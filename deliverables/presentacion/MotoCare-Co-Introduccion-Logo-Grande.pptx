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ab24956d2d4083" /><Relationship Type="http://schemas.openxmlformats.org/officeDocument/2006/relationships/extended-properties" Target="/docProps/app.xml" Id="Rcaa4f4cc99f04d5b" /><Relationship Type="http://schemas.openxmlformats.org/officeDocument/2006/relationships/officeDocument" Target="/ppt/presentation.xml" Id="R90fb1e5d3d4140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982e8455a46d5"/>
  </p:sldMasterIdLst>
  <p:notesMasterIdLst>
    <p:notesMasterId xmlns:r="http://schemas.openxmlformats.org/officeDocument/2006/relationships" r:id="Re214853302ac4382"/>
  </p:notesMasterIdLst>
  <p:sldIdLst>
    <p:sldId xmlns:r="http://schemas.openxmlformats.org/officeDocument/2006/relationships" id="256" r:id="R4e01ec854ee44805"/>
    <p:sldId xmlns:r="http://schemas.openxmlformats.org/officeDocument/2006/relationships" id="257" r:id="R59d589b76b614bc3"/>
    <p:sldId xmlns:r="http://schemas.openxmlformats.org/officeDocument/2006/relationships" id="258" r:id="R01b48f7cf102418d"/>
    <p:sldId xmlns:r="http://schemas.openxmlformats.org/officeDocument/2006/relationships" id="259" r:id="R68136d6b44c9431e"/>
    <p:sldId xmlns:r="http://schemas.openxmlformats.org/officeDocument/2006/relationships" id="260" r:id="R041c972aa5474695"/>
    <p:sldId xmlns:r="http://schemas.openxmlformats.org/officeDocument/2006/relationships" id="261" r:id="Rd9eeb86816584d84"/>
    <p:sldId xmlns:r="http://schemas.openxmlformats.org/officeDocument/2006/relationships" id="262" r:id="R9214449b27f3487c"/>
    <p:sldId xmlns:r="http://schemas.openxmlformats.org/officeDocument/2006/relationships" id="263" r:id="R59a8a05b66d74df4"/>
    <p:sldId xmlns:r="http://schemas.openxmlformats.org/officeDocument/2006/relationships" id="264" r:id="R6c6ccaa07cd14922"/>
    <p:sldId xmlns:r="http://schemas.openxmlformats.org/officeDocument/2006/relationships" id="265" r:id="R04a3d6ab85cb4efc"/>
    <p:sldId xmlns:r="http://schemas.openxmlformats.org/officeDocument/2006/relationships" id="266" r:id="R29d2a791de5348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22b040c7f74903" /><Relationship Type="http://schemas.openxmlformats.org/officeDocument/2006/relationships/slideMaster" Target="/ppt/slideMasters/slideMaster1.xml" Id="R9de982e8455a46d5" /><Relationship Type="http://schemas.openxmlformats.org/officeDocument/2006/relationships/notesMaster" Target="/ppt/notesMasters/notesMaster1.xml" Id="Re214853302ac4382" /><Relationship Type="http://schemas.openxmlformats.org/officeDocument/2006/relationships/presProps" Target="/ppt/presProps.xml" Id="R6f6b02d9660f4e20" /><Relationship Type="http://schemas.openxmlformats.org/officeDocument/2006/relationships/tableStyles" Target="/ppt/tableStyles.xml" Id="R0e741e60ceff4995" /><Relationship Type="http://schemas.openxmlformats.org/officeDocument/2006/relationships/slide" Target="/ppt/slides/slide1.xml" Id="R4e01ec854ee44805" /><Relationship Type="http://schemas.openxmlformats.org/officeDocument/2006/relationships/slide" Target="/ppt/slides/slide2.xml" Id="R59d589b76b614bc3" /><Relationship Type="http://schemas.openxmlformats.org/officeDocument/2006/relationships/slide" Target="/ppt/slides/slide3.xml" Id="R01b48f7cf102418d" /><Relationship Type="http://schemas.openxmlformats.org/officeDocument/2006/relationships/slide" Target="/ppt/slides/slide4.xml" Id="R68136d6b44c9431e" /><Relationship Type="http://schemas.openxmlformats.org/officeDocument/2006/relationships/slide" Target="/ppt/slides/slide5.xml" Id="R041c972aa5474695" /><Relationship Type="http://schemas.openxmlformats.org/officeDocument/2006/relationships/slide" Target="/ppt/slides/slide6.xml" Id="Rd9eeb86816584d84" /><Relationship Type="http://schemas.openxmlformats.org/officeDocument/2006/relationships/slide" Target="/ppt/slides/slide7.xml" Id="R9214449b27f3487c" /><Relationship Type="http://schemas.openxmlformats.org/officeDocument/2006/relationships/slide" Target="/ppt/slides/slide8.xml" Id="R59a8a05b66d74df4" /><Relationship Type="http://schemas.openxmlformats.org/officeDocument/2006/relationships/slide" Target="/ppt/slides/slide9.xml" Id="R6c6ccaa07cd14922" /><Relationship Type="http://schemas.openxmlformats.org/officeDocument/2006/relationships/slide" Target="/ppt/slides/slide10.xml" Id="R04a3d6ab85cb4efc" /><Relationship Type="http://schemas.openxmlformats.org/officeDocument/2006/relationships/slide" Target="/ppt/slides/slide11.xml" Id="R29d2a791de53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d4200ab414a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70535e1f646e6" /><Relationship Type="http://schemas.openxmlformats.org/officeDocument/2006/relationships/notesMaster" Target="/ppt/notesMasters/notesMaster1.xml" Id="R8f1737b640ec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b5ee488d94897" /><Relationship Type="http://schemas.openxmlformats.org/officeDocument/2006/relationships/notesMaster" Target="/ppt/notesMasters/notesMaster1.xml" Id="R9ed469822b7843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22f3d965344f57" /><Relationship Type="http://schemas.openxmlformats.org/officeDocument/2006/relationships/notesMaster" Target="/ppt/notesMasters/notesMaster1.xml" Id="R2751e41ccc5b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e2344e007244ce" /><Relationship Type="http://schemas.openxmlformats.org/officeDocument/2006/relationships/notesMaster" Target="/ppt/notesMasters/notesMaster1.xml" Id="Rf76fb8676e5044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b3fc2513bc4b9a" /><Relationship Type="http://schemas.openxmlformats.org/officeDocument/2006/relationships/notesMaster" Target="/ppt/notesMasters/notesMaster1.xml" Id="R6dae93da5ee241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a13760d504046" /><Relationship Type="http://schemas.openxmlformats.org/officeDocument/2006/relationships/notesMaster" Target="/ppt/notesMasters/notesMaster1.xml" Id="Rd301540888b043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ca66cb4b474ccd" /><Relationship Type="http://schemas.openxmlformats.org/officeDocument/2006/relationships/notesMaster" Target="/ppt/notesMasters/notesMaster1.xml" Id="Ra359d3d87a3b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62a9078cd24f9d" /><Relationship Type="http://schemas.openxmlformats.org/officeDocument/2006/relationships/notesMaster" Target="/ppt/notesMasters/notesMaster1.xml" Id="R1772e2dd016746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79aaf94ea746b9" /><Relationship Type="http://schemas.openxmlformats.org/officeDocument/2006/relationships/notesMaster" Target="/ppt/notesMasters/notesMaster1.xml" Id="R0d274688ceb64b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067528c3764fd3" /><Relationship Type="http://schemas.openxmlformats.org/officeDocument/2006/relationships/notesMaster" Target="/ppt/notesMasters/notesMaster1.xml" Id="Rbfed895ba52a47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8d8d319e8f4da3" /><Relationship Type="http://schemas.openxmlformats.org/officeDocument/2006/relationships/notesMaster" Target="/ppt/notesMasters/notesMaster1.xml" Id="R12e59d3a52f444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2e2474ec4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13961673e64835" /><Relationship Type="http://schemas.openxmlformats.org/officeDocument/2006/relationships/slideLayout" Target="/ppt/slideLayouts/slideLayout1.xml" Id="Rd987e4cb7e7a44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87e4cb7e7a44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e494701014e0e" /><Relationship Type="http://schemas.openxmlformats.org/officeDocument/2006/relationships/image" Target="/ppt/media/image.png" Id="R42bee4b80da041c3" /><Relationship Type="http://schemas.openxmlformats.org/officeDocument/2006/relationships/notesSlide" Target="/ppt/notesSlides/notesSlide1.xml" Id="Ra6c2e61bea2147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cf6a442d14947" /><Relationship Type="http://schemas.openxmlformats.org/officeDocument/2006/relationships/notesSlide" Target="/ppt/notesSlides/notesSlide2.xml" Id="R69b2806524364d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118ecb80a48b3" /><Relationship Type="http://schemas.openxmlformats.org/officeDocument/2006/relationships/notesSlide" Target="/ppt/notesSlides/notesSlide3.xml" Id="Rb14e31b6c1f0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edbb1abfb4f15" /><Relationship Type="http://schemas.openxmlformats.org/officeDocument/2006/relationships/notesSlide" Target="/ppt/notesSlides/notesSlide4.xml" Id="R1d77edf694c443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e18c7df554309" /><Relationship Type="http://schemas.openxmlformats.org/officeDocument/2006/relationships/image" Target="/ppt/media/image2.png" Id="Rd9a7b6ee306a4aa6" /><Relationship Type="http://schemas.openxmlformats.org/officeDocument/2006/relationships/notesSlide" Target="/ppt/notesSlides/notesSlide5.xml" Id="R0aa21c1268df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20d3ae9fe4fab" /><Relationship Type="http://schemas.openxmlformats.org/officeDocument/2006/relationships/notesSlide" Target="/ppt/notesSlides/notesSlide6.xml" Id="Rba4543ce267b47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6ff10657049bd" /><Relationship Type="http://schemas.openxmlformats.org/officeDocument/2006/relationships/image" Target="/ppt/media/image3.png" Id="R28eeb63b5c054be4" /><Relationship Type="http://schemas.openxmlformats.org/officeDocument/2006/relationships/notesSlide" Target="/ppt/notesSlides/notesSlide7.xml" Id="Rbdd488dc7066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f88698e314f80" /><Relationship Type="http://schemas.openxmlformats.org/officeDocument/2006/relationships/image" Target="/ppt/media/image4.png" Id="R7eb1ca9b72af45c5" /><Relationship Type="http://schemas.openxmlformats.org/officeDocument/2006/relationships/notesSlide" Target="/ppt/notesSlides/notesSlide8.xml" Id="R498deef8612c43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b6b968ec434f" /><Relationship Type="http://schemas.openxmlformats.org/officeDocument/2006/relationships/notesSlide" Target="/ppt/notesSlides/notesSlide9.xml" Id="R1ffe46fa2a8b4f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14c125dee421a" /><Relationship Type="http://schemas.openxmlformats.org/officeDocument/2006/relationships/notesSlide" Target="/ppt/notesSlides/notesSlide10.xml" Id="R909af168eaad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025e30e8b4f07" /><Relationship Type="http://schemas.openxmlformats.org/officeDocument/2006/relationships/image" Target="/ppt/media/image5.png" Id="R808c3073b8d94fb4" /><Relationship Type="http://schemas.openxmlformats.org/officeDocument/2006/relationships/notesSlide" Target="/ppt/notesSlides/notesSlide11.xml" Id="R4875cfb42ae840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ee4b80da041c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C275B-17E3-4799-9F11-75585D8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1EC71-1409-4A3C-9551-42337A7A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8B16E-4107-49C9-B00D-FE287BA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0B494-8C61-4D0E-8503-15D1625A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10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5697E-2E6B-4A36-957E-2E12B17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85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9435C-B9D6-40DF-95C1-9A6ECA93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8F894-26F9-44B8-A530-2DE972B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66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6F8F2"/>
                </a:solidFill>
              </a:defRPr>
            </a:pPr>
            <a:r>
              <a:rPr sz="4125" b="1">
                <a:solidFill>
                  <a:srgbClr val="F6F8F2"/>
                </a:solidFill>
              </a:rPr>
              <a:t>La historia de tu moto,</a:t>
            </a:r>
          </a:p>
          <a:p xmlns:a="http://schemas.openxmlformats.org/drawingml/2006/main">
            <a:pPr algn="l">
              <a:defRPr sz="4125" b="1">
                <a:solidFill>
                  <a:srgbClr val="F6F8F2"/>
                </a:solidFill>
              </a:defRPr>
            </a:pPr>
            <a:r>
              <a:rPr sz="4125" b="1">
                <a:solidFill>
                  <a:srgbClr val="F6F8F2"/>
                </a:solidFill>
              </a:rPr>
              <a:t>siempre contigo.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6B0F6-E06D-4F47-83AA-337DFC5F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F8F2"/>
                </a:solidFill>
              </a:defRPr>
            </a:pPr>
            <a:r>
              <a:rPr sz="1725" b="0">
                <a:solidFill>
                  <a:srgbClr val="F6F8F2"/>
                </a:solidFill>
              </a:rPr>
              <a:t>MotoCare Co organiza el cuidado, los documentos y las decisiones que acompañan cada kilómetro.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04E1-99D6-44EF-A1F8-1476D1FA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PRESENTACIÓN GENERAL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F3861-2885-4D95-9772-88B9CFA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6F8F2"/>
                </a:solidFill>
              </a:defRPr>
            </a:pPr>
            <a:r>
              <a:rPr sz="825" b="1">
                <a:solidFill>
                  <a:srgbClr val="F6F8F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8745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FB768-CE2C-48E9-A7AB-18D0BB3A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2A31B-240B-44E2-BD4F-EC986E74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4DB74-79F3-40CF-8A47-EED22E06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C6C51-ACB5-4E89-AEBA-58CDF39B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6577D-B749-4B94-B2D8-490F9F9F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información existe. El problema es encontrarla.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1C26E-00A2-4D30-9929-5838099F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La vida de una moto suele quedar repartida entre papeles, chats, facturas y memoria.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8532F-7FE8-4896-A1E6-C6BADEC5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5DC31-612E-4BA9-A1BC-CBCD48D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9FE70-2F7F-46D0-98F4-DBFA534F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MANTENIMIENTO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07B0E-8584-4D36-855D-F6A111DA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Servicios sin historial consolidado.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6FCB2-0649-471A-8D3B-4397F70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06125-2F27-4F22-B145-61DEC789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DOCUMENTOS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7544B-86DD-4F02-B45E-8CF7564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99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Fechas críticas que dependen de recordatorios manuales.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BC5D9-838F-4792-9284-02A76C0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EFA0D-2CC8-4365-9736-A9A45B7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GASTOS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F7B45-8D91-4EF9-A4CE-3FF9829A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Costos dispersos que dificultan planear.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A1ED9-A7C3-4AAF-A8DC-2B8194F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2197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42B82-278C-498F-964B-596B247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RUTAS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3100D-6664-4531-9F46-92E6C8C9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2"/>
                </a:solidFill>
              </a:defRPr>
            </a:pPr>
            <a:r>
              <a:rPr sz="1575" b="1">
                <a:solidFill>
                  <a:srgbClr val="F6F8F2"/>
                </a:solidFill>
              </a:rPr>
              <a:t>Recorridos y planes guardados en herramientas separadas.</a:t>
            </a:r>
          </a:p>
        </p:txBody>
      </p:sp>
    </p:spTree>
    <p:extLst>
      <p:ext uri="{BB962C8B-B14F-4D97-AF65-F5344CB8AC3E}">
        <p14:creationId xmlns:p14="http://schemas.microsoft.com/office/powerpoint/2010/main" val="1199849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93E42F-6B13-4C00-8BD3-46BD0D81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2399A-AA6C-43C3-B4C3-33E1F1B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F9E68-5A34-4C7C-AAC8-6F02D806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8CFC-6E31-4491-89E4-E78D3197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AB5CE-A905-4C5A-98B3-799802E7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MotoCare crea una historia digital alrededor de cada moto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2FE6A-AC27-4A1B-A237-8FA98272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Un punto de referencia para consultar, anticipar y tomar mejores decisiones.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C7935-FF36-49C3-B5C8-A91A18F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01A8B-9BE8-4C61-B44B-A8F8D92B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CE39"/>
                </a:solidFill>
              </a:defRPr>
            </a:pPr>
            <a:r>
              <a:rPr sz="1275" b="1">
                <a:solidFill>
                  <a:srgbClr val="A6CE39"/>
                </a:solidFill>
              </a:rPr>
              <a:t>UNA MOTO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6A80D-A645-4A4A-817C-B395FF65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361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F8F2"/>
                </a:solidFill>
              </a:defRPr>
            </a:pPr>
            <a:r>
              <a:rPr sz="2250" b="1">
                <a:solidFill>
                  <a:srgbClr val="F6F8F2"/>
                </a:solidFill>
              </a:rPr>
              <a:t>Un perfil digital que reúne lo que cambia con el tiempo.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A07EB-8698-4363-9B7E-78C6E3A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F31DD-7985-4B5D-8A63-4352ADF1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IDENTIDAD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F33E5-FC75-42CC-93E0-5740DE32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Datos esenciales y kilometraje.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BEDEF-93B8-4EF9-9B46-4ECDB09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1B60E-58E8-4A00-89CD-6F7EEE7B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EA565-70B4-4E65-9E37-47EC6BF7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CUIDADO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08D1C-137F-44D4-B2BB-2CE96AF4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2575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Mantenimientos, costos e historial.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05B7A-F117-4FBE-BD72-53A8CE75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13579-68A7-4B5F-837D-2EEA696E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3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58902C-942D-4E17-9502-6EA9F87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33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VIGENCIA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65EDD-AAB3-4C41-80DF-8EB8F7C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338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Documentos, fechas y alertas.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21714-66AF-4958-BE2E-8E7F0B2D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65035-2896-4DB0-AA80-F235558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10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F3E3D-39BA-41E9-A400-7DC79EDB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MOVIMIENTO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ED787-D143-466D-B2CE-5DA905B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101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Rutas y experiencias.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2A744-A5E8-4A66-A2DC-4712B1A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67350"/>
            <a:ext cx="5286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</p:spTree>
    <p:extLst>
      <p:ext uri="{BB962C8B-B14F-4D97-AF65-F5344CB8AC3E}">
        <p14:creationId xmlns:p14="http://schemas.microsoft.com/office/powerpoint/2010/main" val="2087793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644D3-56AE-4755-8FA6-7CFE43A5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03B59-6C6A-4012-8684-2DF81268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C5492-D1DC-4711-A8FD-F33C5CF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CFBD2-6D03-4A39-9386-E414681A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641CA-DCD6-48D9-9D79-438F0D8C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Empezar toma tres pasos; el valor crece con cada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EDA94-9A6E-4C1C-9548-D903F44E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MotoCare transforma datos cotidianos en continuidad y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09D2E-A7AC-44ED-8E75-C5476C3B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E58DC-8D95-4C8E-BCA9-8742A4B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79DF-FD9B-4971-A66C-95792C8D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42809-7995-41EC-A0AE-CB3003C0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REGISTRA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E3CD4-50BD-42BF-AFF1-03D6497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Crea el perfil digital de la moto con sus datos esenciales.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4779A-4A16-4A8F-955F-7EE6A2C0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0272D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7807C-BA9A-4A82-9869-D1BF580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2C38A-C340-4A26-9B06-4D8D5667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CONSTRUYE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88823-0EBF-4F1D-832C-946F4BDC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Agrega servicios, documentos, fechas, kilometraje y costos.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E2503-3A16-46B1-99F8-99CD814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4290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02D32-E780-4C6C-80C0-6E81330E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CE39"/>
                </a:solidFill>
              </a:defRPr>
            </a:pPr>
            <a:r>
              <a:rPr sz="1575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0CD43-F560-48F7-9C40-31FB0D06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ANTICIPA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6B3C4-EBA3-4592-AE34-B4C7509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781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Consulta el historial y actúa antes del próximo vencimiento.</a:t>
            </a:r>
          </a:p>
        </p:txBody>
      </p:sp>
    </p:spTree>
    <p:extLst>
      <p:ext uri="{BB962C8B-B14F-4D97-AF65-F5344CB8AC3E}">
        <p14:creationId xmlns:p14="http://schemas.microsoft.com/office/powerpoint/2010/main" val="1060246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46580-524E-4363-80FE-EB1F5DDE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41BEB-B519-4127-9863-4AAAF87A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B99CB-8DDF-4F39-8FCF-FE28A61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126CB-3E29-420D-A0F5-C241B39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181D7-DE3F-4E15-8913-F26B830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El mantenimiento deja de ser un recuerdo aislado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C916-92E6-4655-8DCF-9D303939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Cada servicio alimenta una hoja de vida consultable y útil.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417B5-158B-4B09-B9E7-4695E485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05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b6ee306a4aa6"/>
          <a:srcRect xmlns:a="http://schemas.openxmlformats.org/drawingml/2006/main" l="0" t="1598" r="0" b="1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66950"/>
            <a:ext cx="4171950" cy="40386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B160F-25F7-4196-97C5-5DDEE32A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574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4C772-D0C2-4CD1-8791-A6F796C0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384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Registra cada intervención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37C0A-CD3F-4B5F-9989-7D8D4350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194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Tipo de servicio, fecha, kilometraje, costo y observaciones.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E434E-8A89-4B8B-A52C-F664685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623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F86DE-8026-420E-B182-76464B1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433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Conserva la secuencia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F229F-0319-4BC4-85A2-3D09706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243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Consulta qué se hizo, cuándo se hizo y qué viene después.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BBCA2-C694-46F7-9F98-3247323F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D4AF1-229A-4D4E-A646-5AE035EF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4820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Planea con contexto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CF3A7-1E78-483C-9275-D95B2AE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2920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Los registros permiten entender el gasto y preparar el próximo servicio.</a:t>
            </a:r>
          </a:p>
        </p:txBody>
      </p:sp>
    </p:spTree>
    <p:extLst>
      <p:ext uri="{BB962C8B-B14F-4D97-AF65-F5344CB8AC3E}">
        <p14:creationId xmlns:p14="http://schemas.microsoft.com/office/powerpoint/2010/main" val="1526593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191460-D34A-4649-8089-8555F80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A1E74-8B06-44AF-9047-1A19E9EF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671EA-7FC3-4A49-9285-DF2ECA8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405F1-F8F3-4BFA-B30D-BC3DFE2B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955B7-EE72-4B3C-907F-2F4B4A58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Las fechas importantes necesitan anticipación, no memoria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B8C3E-BAFE-43D9-8FDA-8D3F31A3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MotoCare reúne documentos y objetivos por fecha o kilometraje.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5F125-D932-4AE9-B5CB-622C9A3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07FC0-B052-43AE-A7DD-FC775B0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DOCUMENTOS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EFCDC-8A86-4A19-8F7E-86FF494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F8F2"/>
                </a:solidFill>
              </a:defRPr>
            </a:pPr>
            <a:r>
              <a:rPr sz="1950" b="1">
                <a:solidFill>
                  <a:srgbClr val="F6F8F2"/>
                </a:solidFill>
              </a:rPr>
              <a:t>SOAT · TECNOMECÁNICA · SOPORTES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8EC39-756D-4C80-97C9-F706D309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Información asociada a la cuenta y disponible cuando se necesita.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8BFA7-3C63-4579-9352-3395150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4953000" cy="3028950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23F11-8344-4150-8F60-6D322250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CE39"/>
                </a:solidFill>
              </a:defRPr>
            </a:pPr>
            <a:r>
              <a:rPr sz="1125" b="1">
                <a:solidFill>
                  <a:srgbClr val="A6CE39"/>
                </a:solidFill>
              </a:rPr>
              <a:t>PRÓXIMOS HITOS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BDB9C-DD13-4726-B4DB-6AC0EB91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18 DÍAS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84BE5-FB07-4A59-BF06-1923A2E4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Vencimiento de documento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DE598-BD37-4A66-945C-7DF53470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420 KM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B2BF7-3C43-422D-A021-C17EAD6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29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Próximo cambio de aceite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6437B-6EC7-424E-AB3B-5482D9B3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FECHA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481A6-482B-4A9A-BEC3-DE0214F2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Mantenimiento programado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9BB1D-EFE4-45A0-879C-28AE1ED6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4667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6CE39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80765-884E-4EE2-9BF1-347655EA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D12"/>
                </a:solidFill>
              </a:defRPr>
            </a:pPr>
            <a:r>
              <a:rPr sz="1350" b="1">
                <a:solidFill>
                  <a:srgbClr val="090D12"/>
                </a:solidFill>
              </a:rPr>
              <a:t>MENOS OLVIDOS. MÁS CONTINUIDAD.</a:t>
            </a:r>
          </a:p>
        </p:txBody>
      </p:sp>
    </p:spTree>
    <p:extLst>
      <p:ext uri="{BB962C8B-B14F-4D97-AF65-F5344CB8AC3E}">
        <p14:creationId xmlns:p14="http://schemas.microsoft.com/office/powerpoint/2010/main" val="1871361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2246B-305D-4A4F-9402-8A88E2D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6D5F1-2B0A-4F5C-808E-D5C39B0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696F0-36F2-4F3D-9DB1-884EC80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D6BEB-72A8-4518-86D8-15B0CCA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D6B02-A54D-4A24-8A1A-39C26DD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planificación de rutas también forma parte del ecosistema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8B816-9FD4-48C1-960C-7DDE5D4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Recorridos privados, archivos GPX y descubrimiento para volver a rodar.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CC558-9F3B-4991-A5C6-99B9D65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07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eb63b5c054be4"/>
          <a:srcRect xmlns:a="http://schemas.openxmlformats.org/drawingml/2006/main" l="0" t="913" r="0" b="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2209800"/>
            <a:ext cx="41719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A2226-9E3C-45AE-B1E8-C42BD15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EB147-2931-4167-BD4D-B6342DCA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527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Importa y visualiza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95AFE-4B9B-4103-9E80-2B0A8BC9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337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Carga recorridos GPX y revísalos sobre el mapa.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B906D-9F85-426B-8EE4-2AD3904A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D24A1-5F6A-43EE-82FF-C0DD068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Organiza tus planes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989AC-13F8-4169-AF81-740F2DA6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5765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Guarda rutas privadas vinculadas a tu cuenta.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571B0-64DC-48F0-A014-6567A6C6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D606-F4F8-4167-B47F-918E55E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8F2"/>
                </a:solidFill>
              </a:defRPr>
            </a:pPr>
            <a:r>
              <a:rPr sz="1725" b="1">
                <a:solidFill>
                  <a:srgbClr val="F6F8F2"/>
                </a:solidFill>
              </a:rPr>
              <a:t>Comparte y descubre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AD3F9-1B1E-40BF-9EA6-F81E83F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506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Las licencias habilitadas amplían la experiencia hacia la comunidad.</a:t>
            </a:r>
          </a:p>
        </p:txBody>
      </p:sp>
    </p:spTree>
    <p:extLst>
      <p:ext uri="{BB962C8B-B14F-4D97-AF65-F5344CB8AC3E}">
        <p14:creationId xmlns:p14="http://schemas.microsoft.com/office/powerpoint/2010/main" val="1004942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980D3-34E0-4046-98DB-BA6346D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86CBF-087D-40A0-85B7-01788B1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E2F94-6019-4B41-87D6-95F336F9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7650B-25F5-44A4-90ED-271504CE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62788-D59B-4E9C-BB8F-62BB9C17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El marketplace conecta necesidades reales de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0AC48-B1A4-4969-AC3B-ECBD2B0D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Un espacio para motos, repuestos, equipamiento, servicios y rutas.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454F5-4749-4F01-9861-3084AFB6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1ca9b72af45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09800"/>
            <a:ext cx="40957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5A263-D78B-4CAD-B542-6620304D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COMPRAR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30253-B023-40A5-907B-3C792A6B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Explorar publicaciones y contactar vendedores está abierto a la comunidad.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180FA-D7FD-4582-B3DE-7D540A6A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62375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F4875-3F2B-40B5-A867-1012722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CE39"/>
                </a:solidFill>
              </a:defRPr>
            </a:pPr>
            <a:r>
              <a:rPr sz="1200" b="1">
                <a:solidFill>
                  <a:srgbClr val="A6CE39"/>
                </a:solidFill>
              </a:rPr>
              <a:t>PUBLICAR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FC252-0744-4F6A-A9AF-3C770393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La publicación se vincula al tipo de cuenta y pasa por controles de revisión.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4EF1F-73CB-40FC-B2C0-A9C21175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62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2BC"/>
                </a:solidFill>
              </a:defRPr>
            </a:pPr>
            <a:r>
              <a:rPr sz="1275" b="0">
                <a:solidFill>
                  <a:srgbClr val="AAB2BC"/>
                </a:solidFill>
              </a:rPr>
              <a:t>MotoCare actúa como punto de encuentro; la confianza exige reglas claras.</a:t>
            </a:r>
          </a:p>
        </p:txBody>
      </p:sp>
    </p:spTree>
    <p:extLst>
      <p:ext uri="{BB962C8B-B14F-4D97-AF65-F5344CB8AC3E}">
        <p14:creationId xmlns:p14="http://schemas.microsoft.com/office/powerpoint/2010/main" val="525765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11C14-4363-4B40-8C8A-2AC39293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73DD3-4B5D-4B6D-8F8D-6B2A36E7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F2A0E-D33E-4C0D-95C5-BD8F4E8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24063-306A-4F09-8EB2-B6BC68D6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EC322-42CA-463E-8C77-E1811621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utilidad individual se amplía cuando aparece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A7CAA-9745-4005-A916-DBF455EB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La moto es el centro; las conexiones crecen alrededor de ella.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81556-A996-4ACA-9185-9D5E682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DC03E-61AA-491B-98D1-705B4A6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53027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CB31-24A4-4357-9805-BB974066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A598B-FFD7-4F09-B210-96AC2DA2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MI MOTO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6E598-131B-41F5-AE80-5A01A9B5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Hoja de vida, documentos, mantenimientos y recordatorios.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50533-C4CB-444A-9FA9-719E59B4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E5344-D3D9-43B6-AF58-631BFDB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633E2-6FE6-4328-86BF-EC8966A1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BB7C6-C8CD-4D58-86C6-9857DD9D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Planeación, recorridos guardados y experiencias.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D36FA-AD4F-4C06-B127-7C1EBE47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D1DB0-B9C1-4396-93F3-7807D58F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6601F-A962-4E48-915E-E4346A8E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COMUNIDAD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0415A-4917-4CEC-8EE4-16EA2FBF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Publicaciones, aprendizajes y actividad compartida.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0AA22-4E8C-4C51-825E-1A34E1CF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CE13F-CCA9-461A-8248-2AEBD33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13B8E-9ADC-4E89-ABB2-B78BB2AE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CLUBES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AC98E-659B-4C7E-946A-D945A2FA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Miembros, invitaciones y organización de rodadas.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138E5-36F6-42F9-BFE7-A3DEC57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000250" cy="27241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21C61-5B8D-4477-A91B-E63204A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4D776-A351-4D73-801F-7704A6F1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8F2"/>
                </a:solidFill>
              </a:defRPr>
            </a:pPr>
            <a:r>
              <a:rPr sz="1650" b="1">
                <a:solidFill>
                  <a:srgbClr val="F6F8F2"/>
                </a:solidFill>
              </a:rPr>
              <a:t>TIENDA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68F7BC-1781-46AE-9954-9C922D7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2BC"/>
                </a:solidFill>
              </a:defRPr>
            </a:pPr>
            <a:r>
              <a:rPr sz="1200" b="0">
                <a:solidFill>
                  <a:srgbClr val="AAB2BC"/>
                </a:solidFill>
              </a:rPr>
              <a:t>Bienes, servicios y rutas dentro del ecosistema.</a:t>
            </a:r>
          </a:p>
        </p:txBody>
      </p:sp>
    </p:spTree>
    <p:extLst>
      <p:ext uri="{BB962C8B-B14F-4D97-AF65-F5344CB8AC3E}">
        <p14:creationId xmlns:p14="http://schemas.microsoft.com/office/powerpoint/2010/main" val="16768477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5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FF3AA-CB70-4AA1-8843-92380532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2B90A-84F4-46C7-8F96-60C134F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D3F2D-E84A-4D73-BF10-4BD64F1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1C3DD-DAA3-404E-9F43-23E95267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437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B2098-55D8-4A4A-ABCF-6227420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6F8F2"/>
                </a:solidFill>
              </a:defRPr>
            </a:pPr>
            <a:r>
              <a:rPr sz="2925" b="1">
                <a:solidFill>
                  <a:srgbClr val="F6F8F2"/>
                </a:solidFill>
              </a:rPr>
              <a:t>La confianza se diseña desde la cuenta hasta la comunidad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AD4FE-C44E-4A84-BDE7-65098CB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2BC"/>
                </a:solidFill>
              </a:defRPr>
            </a:pPr>
            <a:r>
              <a:rPr sz="1425" b="0">
                <a:solidFill>
                  <a:srgbClr val="AAB2BC"/>
                </a:solidFill>
              </a:rPr>
              <a:t>Protección, trazabilidad y moderación forman parte de la experiencia.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22BA2-DBFF-4041-A0D1-1850832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AB2BC"/>
                </a:solidFill>
              </a:defRPr>
            </a:pPr>
            <a:r>
              <a:rPr sz="825" b="1">
                <a:solidFill>
                  <a:srgbClr val="AAB2BC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8B5EF-141F-49DA-992C-911C31E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F34E5-4CC3-4A0F-B037-64C405CD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ACCESO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8A3A7-0757-47B1-8CBD-BC3A215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La información permanece asociada a la cuenta y protegida mediante autenticación.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B3ED8-E5A2-42FF-ABAE-121B3D35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33B30-E29E-4CD4-BB25-D13B87D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77694-64B8-4627-9056-D98342BF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D4632-F48A-499F-B93F-9C47F09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Cada usuario conserva contexto sobre sus motos, registros y publicaciones.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84F51-6961-4CF2-AD1E-82E620A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D5C3C-4C46-4791-8FB6-1AF43B03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2A7B6-4068-422E-856D-E0F11C8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MODERACIÓN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3117D-D3F7-44EA-BF45-1AD118B0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Reportes y revisión ayudan a cuidar la convivencia y el marketplace.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30EBF-18FE-44A9-B440-B527F610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29151-2265-4EBF-B77C-CBA06B1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CE39"/>
                </a:solidFill>
              </a:defRPr>
            </a:pPr>
            <a:r>
              <a:rPr sz="1050" b="1">
                <a:solidFill>
                  <a:srgbClr val="A6CE39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51DC2-62CC-4631-9C84-946E337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29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2"/>
                </a:solidFill>
              </a:defRPr>
            </a:pPr>
            <a:r>
              <a:rPr sz="1350" b="1">
                <a:solidFill>
                  <a:srgbClr val="F6F8F2"/>
                </a:solidFill>
              </a:rPr>
              <a:t>COMUNICACIÓN RESPONSABLE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4DA01-29BA-40A2-A83B-AB72A6E0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292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2BC"/>
                </a:solidFill>
              </a:defRPr>
            </a:pPr>
            <a:r>
              <a:rPr sz="1350" b="0">
                <a:solidFill>
                  <a:srgbClr val="AAB2BC"/>
                </a:solidFill>
              </a:rPr>
              <a:t>Las piezas públicas deben usar recursos propios, licenciados o con autorización verificable.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9A810-98CF-49D9-8061-6D5DD567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19750"/>
            <a:ext cx="9791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13842"/>
            </a:solidFill>
          </a:ln>
        </p:spPr>
      </p:sp>
    </p:spTree>
    <p:extLst>
      <p:ext uri="{BB962C8B-B14F-4D97-AF65-F5344CB8AC3E}">
        <p14:creationId xmlns:p14="http://schemas.microsoft.com/office/powerpoint/2010/main" val="1134869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c3073b8d94f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58E95-B5E1-417C-A9ED-2B81BCDF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7D6F1-20ED-4999-948B-B208CC27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0D12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336C1-1FCA-4C90-BC26-F0D6B76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6F8F2"/>
                </a:solidFill>
              </a:defRPr>
            </a:pPr>
            <a:r>
              <a:rPr sz="2400" b="1">
                <a:solidFill>
                  <a:srgbClr val="F6F8F2"/>
                </a:solidFill>
              </a:rPr>
              <a:t>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EF4D0-5DD8-4E72-A0D0-9B6378B1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10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8F2"/>
                </a:solidFill>
              </a:defRPr>
            </a:pPr>
            <a:r>
              <a:rPr sz="2100" b="1">
                <a:solidFill>
                  <a:srgbClr val="F6F8F2"/>
                </a:solidFill>
              </a:rPr>
              <a:t>MotoCare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5ACBE-BCA9-4BEF-8E1C-949EC78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8858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CE39"/>
                </a:solidFill>
              </a:defRPr>
            </a:pPr>
            <a:r>
              <a:rPr sz="900" b="1">
                <a:solidFill>
                  <a:srgbClr val="A6CE39"/>
                </a:solidFill>
              </a:rPr>
              <a:t>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1BA0D-BC24-4962-B5C9-2F60FCC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E3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9A2A-3778-4C1A-B22A-C37EBE71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6F8F2"/>
                </a:solidFill>
              </a:defRPr>
            </a:pPr>
            <a:r>
              <a:rPr sz="3825" b="1">
                <a:solidFill>
                  <a:srgbClr val="F6F8F2"/>
                </a:solidFill>
              </a:rPr>
              <a:t>Cuidar mejor empieza</a:t>
            </a:r>
          </a:p>
          <a:p xmlns:a="http://schemas.openxmlformats.org/drawingml/2006/main">
            <a:pPr algn="l">
              <a:defRPr sz="3825" b="1">
                <a:solidFill>
                  <a:srgbClr val="F6F8F2"/>
                </a:solidFill>
              </a:defRPr>
            </a:pPr>
            <a:r>
              <a:rPr sz="3825" b="1">
                <a:solidFill>
                  <a:srgbClr val="F6F8F2"/>
                </a:solidFill>
              </a:rPr>
              <a:t>por tener la historia completa.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C406F-2792-447E-9679-CA940C75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6F8F2"/>
                </a:solidFill>
              </a:defRPr>
            </a:pPr>
            <a:r>
              <a:rPr sz="1650" b="0">
                <a:solidFill>
                  <a:srgbClr val="F6F8F2"/>
                </a:solidFill>
              </a:rPr>
              <a:t>Crea el perfil digital de tu moto y convierte cada registro en tranquilidad para el próximo kilómetro.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8EF02-703C-4B19-8FBA-1915C732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A6CE39"/>
          </a:solidFill>
          <a:ln xmlns:a="http://schemas.openxmlformats.org/drawingml/2006/main" w="9525">
            <a:solidFill>
              <a:srgbClr val="A6CE3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6D627-F319-4D47-88CA-5DEB8778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0D12"/>
                </a:solidFill>
              </a:defRPr>
            </a:pPr>
            <a:r>
              <a:rPr sz="1275" b="1">
                <a:solidFill>
                  <a:srgbClr val="090D12"/>
                </a:solidFill>
              </a:rPr>
              <a:t>CREAR MI CUENTA GRATIS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A2485-6B84-4DD1-BBB2-2D9BFC4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6F8F2"/>
                </a:solidFill>
              </a:defRPr>
            </a:pPr>
            <a:r>
              <a:rPr sz="825" b="1">
                <a:solidFill>
                  <a:srgbClr val="F6F8F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83426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2026-08-03T15:34:04.2080000Z</dcterms:created>
  <dcterms:modified xsi:type="dcterms:W3CDTF">2026-08-03T15:34:04.2090000Z</dcterms:modified>
</coreProperties>
</file>